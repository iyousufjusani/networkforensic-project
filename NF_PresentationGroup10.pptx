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2" r:id="rId2"/>
    <p:sldId id="310" r:id="rId3"/>
    <p:sldId id="313" r:id="rId4"/>
    <p:sldId id="326" r:id="rId5"/>
    <p:sldId id="317" r:id="rId6"/>
    <p:sldId id="320" r:id="rId7"/>
    <p:sldId id="324" r:id="rId8"/>
    <p:sldId id="286" r:id="rId9"/>
    <p:sldId id="285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2"/>
    <p:restoredTop sz="96405"/>
  </p:normalViewPr>
  <p:slideViewPr>
    <p:cSldViewPr snapToGrid="0">
      <p:cViewPr>
        <p:scale>
          <a:sx n="74" d="100"/>
          <a:sy n="74" d="100"/>
        </p:scale>
        <p:origin x="1328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92CC-05BD-7E02-1414-F82A7E9A0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23FF9-A2BB-A322-5560-77CD67A6C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D0D45-8D32-E767-BF1F-9ECF0D8A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D0D69-AAEC-AC17-BECD-67B5E8A2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F0F84-B889-8587-4750-284986C2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6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D1CF-E58A-7085-E7E0-5F9145AA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4EAF-AFD0-FAA9-A258-E12C62D81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1532D-F5AF-188E-A92F-FA7F2E87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58912-253F-198B-51DC-433FC572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910E0-B756-6AEC-D6DA-C3CFFE20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3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30C9-1279-0FB4-4D25-4DF79DAB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62436-BF0A-C66C-BE2C-137D7C451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CAC09-5DD8-C8B6-CEF5-65D7F04F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1F5BD-FAE7-D1B7-7F54-18A2A814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99A22-27AC-3146-3A52-3C60FDEF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69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287E-D8BA-E78B-6053-8526D744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6D0D-FCA7-25BD-B074-E68949A43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64837-53E8-5FA2-F5B4-E7D14F0B8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6AED1-4711-61D4-8435-8C70BA40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9516A-4895-6661-E6F5-1D6527AB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8ED09-7EFD-4132-0FEB-253E13E1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46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54C7-752A-8BFD-6413-69767779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9D65A-277B-663A-72F7-8E4357630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B0EC3-7D79-9FC5-E310-7AF7FE444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99233-1B0C-430A-8682-3653682F9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B4691-4AED-209F-F36A-CB051DD8B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914BC-C3A2-12FD-FCC9-2A54A07B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88E7E-B4ED-6A92-6C3B-B1553224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5EDA2-594D-829C-D3F0-52ED466E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76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4C74-37B9-E2A3-3EFD-EA3D6269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A96B5-13C0-AF38-D110-4DE5A187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2EF10-5EB9-ACB7-BFDB-E6080230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7AB64-9AEA-24E9-DFD7-96101276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57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84C48-0CDB-065D-37E3-02B2B1A8E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073B0-6E3A-3014-0477-A912603E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43C0E-A8BC-82B0-3496-DA91B6C2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62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E90A-9D13-364C-C814-5F82B5F00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888F7-5B9C-C36F-E082-78769A96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A130F-9B7E-5231-538B-22A87C8AA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DF7B1-45C3-77F3-17B8-73024825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616EB-0189-274A-FAF9-0DDE29BD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EE124-ADBE-97BF-61CF-059EA241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4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6A55-730A-B716-3B9F-B64903BE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B39C4-8C4C-AB69-41D5-8B9453692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D9996-67AB-4705-2309-48C0C7F39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1386B-3D82-2CD8-0896-42C0A37E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9117A-3F5A-A67F-9BB1-0725311A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91518-3AFF-3E7F-41A7-ECAE9AC8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33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7205-9926-642F-F6C6-DE622955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E532B-9537-A978-E858-6B9EFA1DB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F864D-9262-A593-5401-D0B4A4EA2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C5E3-EAAD-B01A-022C-C1F9F78C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8B949-7046-6002-4BE4-6A158307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5AE402-1BB2-AFBC-6890-888171759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E4237-0DD5-38F4-4148-10323C09E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D95AF-0A2C-E146-D403-818C1240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F02FB-3719-42B4-4AB8-15176B34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3036-31F7-DCBC-71CD-05F41D0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0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AD271-F6B6-01E7-7A6F-322FC6E7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48768-F768-096E-8C05-1FA8A741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A4430-AE1B-A76D-DA05-5F85D8AFD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F7DE9-68C1-0B46-8D4D-6274FB5B3849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1E4B9-DCC2-02C9-43C1-FE6E8AC33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4F7E-EC0F-4C0F-A7B7-BF7F07DC6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6E82-4996-BC49-8106-EA055C56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5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miNewt/pyshark" TargetMode="External"/><Relationship Id="rId2" Type="http://schemas.openxmlformats.org/officeDocument/2006/relationships/hyperlink" Target="https://www.wireshark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snort.org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E7C6C99-748F-CF38-6F14-F38FD20A30D0}"/>
              </a:ext>
            </a:extLst>
          </p:cNvPr>
          <p:cNvGrpSpPr/>
          <p:nvPr/>
        </p:nvGrpSpPr>
        <p:grpSpPr>
          <a:xfrm rot="20862135">
            <a:off x="609405" y="2079013"/>
            <a:ext cx="12615599" cy="2602942"/>
            <a:chOff x="1061545" y="2457789"/>
            <a:chExt cx="11606606" cy="1942422"/>
          </a:xfrm>
          <a:solidFill>
            <a:srgbClr val="C00000"/>
          </a:solidFill>
        </p:grpSpPr>
        <p:sp>
          <p:nvSpPr>
            <p:cNvPr id="5" name="Trapezium 4">
              <a:extLst>
                <a:ext uri="{FF2B5EF4-FFF2-40B4-BE49-F238E27FC236}">
                  <a16:creationId xmlns:a16="http://schemas.microsoft.com/office/drawing/2014/main" id="{4F9D5145-56DA-EF8C-F174-97441E9EBF3F}"/>
                </a:ext>
              </a:extLst>
            </p:cNvPr>
            <p:cNvSpPr/>
            <p:nvPr/>
          </p:nvSpPr>
          <p:spPr>
            <a:xfrm rot="5400000">
              <a:off x="2991985" y="527350"/>
              <a:ext cx="1942421" cy="5803302"/>
            </a:xfrm>
            <a:prstGeom prst="trapezoid">
              <a:avLst>
                <a:gd name="adj" fmla="val 4393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8" name="Trapezium 7">
              <a:extLst>
                <a:ext uri="{FF2B5EF4-FFF2-40B4-BE49-F238E27FC236}">
                  <a16:creationId xmlns:a16="http://schemas.microsoft.com/office/drawing/2014/main" id="{A3CE3643-5270-8C35-EA08-A4E14B7A68DA}"/>
                </a:ext>
              </a:extLst>
            </p:cNvPr>
            <p:cNvSpPr/>
            <p:nvPr/>
          </p:nvSpPr>
          <p:spPr>
            <a:xfrm rot="16200000">
              <a:off x="8795289" y="527349"/>
              <a:ext cx="1942421" cy="5803302"/>
            </a:xfrm>
            <a:prstGeom prst="trapezoid">
              <a:avLst>
                <a:gd name="adj" fmla="val 43939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C8A1D978-CC73-7293-492D-64B9232D0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230312" y="3751318"/>
                </a:moveTo>
                <a:cubicBezTo>
                  <a:pt x="4296045" y="3751318"/>
                  <a:pt x="4328911" y="3860459"/>
                  <a:pt x="4328911" y="4078740"/>
                </a:cubicBezTo>
                <a:lnTo>
                  <a:pt x="4126133" y="4078740"/>
                </a:lnTo>
                <a:lnTo>
                  <a:pt x="4129853" y="3994094"/>
                </a:lnTo>
                <a:cubicBezTo>
                  <a:pt x="4137295" y="3832244"/>
                  <a:pt x="4170781" y="3751318"/>
                  <a:pt x="4230312" y="3751318"/>
                </a:cubicBezTo>
                <a:close/>
                <a:moveTo>
                  <a:pt x="2388974" y="3743877"/>
                </a:moveTo>
                <a:cubicBezTo>
                  <a:pt x="2464629" y="3743877"/>
                  <a:pt x="2502455" y="3879993"/>
                  <a:pt x="2502455" y="4152224"/>
                </a:cubicBezTo>
                <a:cubicBezTo>
                  <a:pt x="2502455" y="4424456"/>
                  <a:pt x="2464629" y="4560571"/>
                  <a:pt x="2388974" y="4560571"/>
                </a:cubicBezTo>
                <a:cubicBezTo>
                  <a:pt x="2313940" y="4560571"/>
                  <a:pt x="2276423" y="4424456"/>
                  <a:pt x="2276423" y="4152224"/>
                </a:cubicBezTo>
                <a:cubicBezTo>
                  <a:pt x="2276423" y="3879993"/>
                  <a:pt x="2313940" y="3743877"/>
                  <a:pt x="2388974" y="3743877"/>
                </a:cubicBezTo>
                <a:close/>
                <a:moveTo>
                  <a:pt x="8597375" y="3662021"/>
                </a:moveTo>
                <a:cubicBezTo>
                  <a:pt x="8477692" y="3662021"/>
                  <a:pt x="8379714" y="3690392"/>
                  <a:pt x="8303440" y="3747133"/>
                </a:cubicBezTo>
                <a:cubicBezTo>
                  <a:pt x="8227165" y="3803873"/>
                  <a:pt x="8189028" y="3876582"/>
                  <a:pt x="8189028" y="3965259"/>
                </a:cubicBezTo>
                <a:cubicBezTo>
                  <a:pt x="8189028" y="4099204"/>
                  <a:pt x="8288557" y="4208965"/>
                  <a:pt x="8487614" y="4294541"/>
                </a:cubicBezTo>
                <a:cubicBezTo>
                  <a:pt x="8619699" y="4350972"/>
                  <a:pt x="8685742" y="4402441"/>
                  <a:pt x="8685742" y="4448950"/>
                </a:cubicBezTo>
                <a:cubicBezTo>
                  <a:pt x="8685742" y="4518403"/>
                  <a:pt x="8644814" y="4553130"/>
                  <a:pt x="8562958" y="4553130"/>
                </a:cubicBezTo>
                <a:cubicBezTo>
                  <a:pt x="8500946" y="4553130"/>
                  <a:pt x="8447151" y="4532976"/>
                  <a:pt x="8401573" y="4492668"/>
                </a:cubicBezTo>
                <a:cubicBezTo>
                  <a:pt x="8355994" y="4452361"/>
                  <a:pt x="8333205" y="4404922"/>
                  <a:pt x="8333205" y="4350352"/>
                </a:cubicBezTo>
                <a:cubicBezTo>
                  <a:pt x="8333205" y="4332368"/>
                  <a:pt x="8334445" y="4313144"/>
                  <a:pt x="8336926" y="4292681"/>
                </a:cubicBezTo>
                <a:lnTo>
                  <a:pt x="8162053" y="4328027"/>
                </a:lnTo>
                <a:cubicBezTo>
                  <a:pt x="8162053" y="4539487"/>
                  <a:pt x="8304060" y="4645217"/>
                  <a:pt x="8588074" y="4645217"/>
                </a:cubicBezTo>
                <a:cubicBezTo>
                  <a:pt x="8856584" y="4645217"/>
                  <a:pt x="8990840" y="4539487"/>
                  <a:pt x="8990840" y="4328027"/>
                </a:cubicBezTo>
                <a:cubicBezTo>
                  <a:pt x="8990840" y="4195322"/>
                  <a:pt x="8885419" y="4085872"/>
                  <a:pt x="8674580" y="3999675"/>
                </a:cubicBezTo>
                <a:cubicBezTo>
                  <a:pt x="8536914" y="3943865"/>
                  <a:pt x="8468080" y="3891775"/>
                  <a:pt x="8468080" y="3843406"/>
                </a:cubicBezTo>
                <a:cubicBezTo>
                  <a:pt x="8468080" y="3777673"/>
                  <a:pt x="8508078" y="3744807"/>
                  <a:pt x="8588074" y="3744807"/>
                </a:cubicBezTo>
                <a:cubicBezTo>
                  <a:pt x="8718298" y="3744807"/>
                  <a:pt x="8783410" y="3814880"/>
                  <a:pt x="8783410" y="3955027"/>
                </a:cubicBezTo>
                <a:lnTo>
                  <a:pt x="8948052" y="3926191"/>
                </a:lnTo>
                <a:cubicBezTo>
                  <a:pt x="8926967" y="3750078"/>
                  <a:pt x="8810075" y="3662021"/>
                  <a:pt x="8597375" y="3662021"/>
                </a:cubicBezTo>
                <a:close/>
                <a:moveTo>
                  <a:pt x="6225651" y="3662021"/>
                </a:moveTo>
                <a:cubicBezTo>
                  <a:pt x="6105967" y="3662021"/>
                  <a:pt x="6007990" y="3690392"/>
                  <a:pt x="5931715" y="3747133"/>
                </a:cubicBezTo>
                <a:cubicBezTo>
                  <a:pt x="5855441" y="3803873"/>
                  <a:pt x="5817304" y="3876582"/>
                  <a:pt x="5817304" y="3965259"/>
                </a:cubicBezTo>
                <a:cubicBezTo>
                  <a:pt x="5817304" y="4099204"/>
                  <a:pt x="5916832" y="4208965"/>
                  <a:pt x="6115890" y="4294541"/>
                </a:cubicBezTo>
                <a:cubicBezTo>
                  <a:pt x="6247975" y="4350972"/>
                  <a:pt x="6314018" y="4402441"/>
                  <a:pt x="6314018" y="4448950"/>
                </a:cubicBezTo>
                <a:cubicBezTo>
                  <a:pt x="6314018" y="4518403"/>
                  <a:pt x="6273090" y="4553130"/>
                  <a:pt x="6191234" y="4553130"/>
                </a:cubicBezTo>
                <a:cubicBezTo>
                  <a:pt x="6129222" y="4553130"/>
                  <a:pt x="6075427" y="4532976"/>
                  <a:pt x="6029849" y="4492668"/>
                </a:cubicBezTo>
                <a:cubicBezTo>
                  <a:pt x="5984271" y="4452361"/>
                  <a:pt x="5961481" y="4404922"/>
                  <a:pt x="5961481" y="4350352"/>
                </a:cubicBezTo>
                <a:cubicBezTo>
                  <a:pt x="5961481" y="4332368"/>
                  <a:pt x="5962720" y="4313144"/>
                  <a:pt x="5965202" y="4292681"/>
                </a:cubicBezTo>
                <a:lnTo>
                  <a:pt x="5790329" y="4328027"/>
                </a:lnTo>
                <a:cubicBezTo>
                  <a:pt x="5790329" y="4539487"/>
                  <a:pt x="5932335" y="4645217"/>
                  <a:pt x="6216349" y="4645217"/>
                </a:cubicBezTo>
                <a:cubicBezTo>
                  <a:pt x="6484859" y="4645217"/>
                  <a:pt x="6619115" y="4539487"/>
                  <a:pt x="6619115" y="4328027"/>
                </a:cubicBezTo>
                <a:cubicBezTo>
                  <a:pt x="6619115" y="4195322"/>
                  <a:pt x="6513695" y="4085872"/>
                  <a:pt x="6302855" y="3999675"/>
                </a:cubicBezTo>
                <a:cubicBezTo>
                  <a:pt x="6165189" y="3943865"/>
                  <a:pt x="6096356" y="3891775"/>
                  <a:pt x="6096356" y="3843406"/>
                </a:cubicBezTo>
                <a:cubicBezTo>
                  <a:pt x="6096356" y="3777673"/>
                  <a:pt x="6136354" y="3744807"/>
                  <a:pt x="6216349" y="3744807"/>
                </a:cubicBezTo>
                <a:cubicBezTo>
                  <a:pt x="6346574" y="3744807"/>
                  <a:pt x="6411686" y="3814880"/>
                  <a:pt x="6411686" y="3955027"/>
                </a:cubicBezTo>
                <a:lnTo>
                  <a:pt x="6576327" y="3926191"/>
                </a:lnTo>
                <a:cubicBezTo>
                  <a:pt x="6555242" y="3750078"/>
                  <a:pt x="6438351" y="3662021"/>
                  <a:pt x="6225651" y="3662021"/>
                </a:cubicBezTo>
                <a:close/>
                <a:moveTo>
                  <a:pt x="7092388" y="3661091"/>
                </a:moveTo>
                <a:cubicBezTo>
                  <a:pt x="6972086" y="3677834"/>
                  <a:pt x="6858914" y="3686206"/>
                  <a:pt x="6752874" y="3686206"/>
                </a:cubicBezTo>
                <a:lnTo>
                  <a:pt x="6752874" y="4622893"/>
                </a:lnTo>
                <a:lnTo>
                  <a:pt x="7092388" y="4622893"/>
                </a:lnTo>
                <a:close/>
                <a:moveTo>
                  <a:pt x="3337679" y="3661091"/>
                </a:moveTo>
                <a:cubicBezTo>
                  <a:pt x="3233499" y="3677834"/>
                  <a:pt x="3142342" y="3686206"/>
                  <a:pt x="3064207" y="3686206"/>
                </a:cubicBezTo>
                <a:lnTo>
                  <a:pt x="2998165" y="3685276"/>
                </a:lnTo>
                <a:lnTo>
                  <a:pt x="2998165" y="4622893"/>
                </a:lnTo>
                <a:lnTo>
                  <a:pt x="3337679" y="4622893"/>
                </a:lnTo>
                <a:lnTo>
                  <a:pt x="3337679" y="4061067"/>
                </a:lnTo>
                <a:cubicBezTo>
                  <a:pt x="3337679" y="4002776"/>
                  <a:pt x="3347600" y="3947430"/>
                  <a:pt x="3367444" y="3895030"/>
                </a:cubicBezTo>
                <a:cubicBezTo>
                  <a:pt x="3387288" y="3842631"/>
                  <a:pt x="3408062" y="3816431"/>
                  <a:pt x="3429766" y="3816431"/>
                </a:cubicBezTo>
                <a:cubicBezTo>
                  <a:pt x="3458292" y="3816431"/>
                  <a:pt x="3472554" y="3836274"/>
                  <a:pt x="3472554" y="3875962"/>
                </a:cubicBezTo>
                <a:cubicBezTo>
                  <a:pt x="3472554" y="3896426"/>
                  <a:pt x="3468213" y="3919370"/>
                  <a:pt x="3459532" y="3944795"/>
                </a:cubicBezTo>
                <a:cubicBezTo>
                  <a:pt x="3453331" y="3962158"/>
                  <a:pt x="3446199" y="3989133"/>
                  <a:pt x="3438138" y="4025720"/>
                </a:cubicBezTo>
                <a:lnTo>
                  <a:pt x="3670682" y="4025720"/>
                </a:lnTo>
                <a:cubicBezTo>
                  <a:pt x="3678743" y="3992234"/>
                  <a:pt x="3684634" y="3967119"/>
                  <a:pt x="3688355" y="3950376"/>
                </a:cubicBezTo>
                <a:cubicBezTo>
                  <a:pt x="3698897" y="3909448"/>
                  <a:pt x="3704168" y="3873172"/>
                  <a:pt x="3704168" y="3841545"/>
                </a:cubicBezTo>
                <a:cubicBezTo>
                  <a:pt x="3704168" y="3721243"/>
                  <a:pt x="3649597" y="3661091"/>
                  <a:pt x="3540457" y="3661091"/>
                </a:cubicBezTo>
                <a:cubicBezTo>
                  <a:pt x="3460462" y="3661091"/>
                  <a:pt x="3392869" y="3712561"/>
                  <a:pt x="3337679" y="3815500"/>
                </a:cubicBezTo>
                <a:close/>
                <a:moveTo>
                  <a:pt x="2389904" y="3661091"/>
                </a:moveTo>
                <a:cubicBezTo>
                  <a:pt x="2079225" y="3661091"/>
                  <a:pt x="1923886" y="3824802"/>
                  <a:pt x="1923886" y="4152224"/>
                </a:cubicBezTo>
                <a:cubicBezTo>
                  <a:pt x="1923886" y="4479646"/>
                  <a:pt x="2079225" y="4643357"/>
                  <a:pt x="2389904" y="4643357"/>
                </a:cubicBezTo>
                <a:cubicBezTo>
                  <a:pt x="2699963" y="4643357"/>
                  <a:pt x="2854992" y="4479646"/>
                  <a:pt x="2854992" y="4152224"/>
                </a:cubicBezTo>
                <a:cubicBezTo>
                  <a:pt x="2854992" y="3824802"/>
                  <a:pt x="2699963" y="3661091"/>
                  <a:pt x="2389904" y="3661091"/>
                </a:cubicBezTo>
                <a:close/>
                <a:moveTo>
                  <a:pt x="5109328" y="3660161"/>
                </a:moveTo>
                <a:cubicBezTo>
                  <a:pt x="4999567" y="3675664"/>
                  <a:pt x="4886396" y="3683415"/>
                  <a:pt x="4769814" y="3683415"/>
                </a:cubicBezTo>
                <a:lnTo>
                  <a:pt x="4769814" y="4622893"/>
                </a:lnTo>
                <a:lnTo>
                  <a:pt x="5109328" y="4622893"/>
                </a:lnTo>
                <a:lnTo>
                  <a:pt x="5109328" y="4109436"/>
                </a:lnTo>
                <a:cubicBezTo>
                  <a:pt x="5109328" y="4033782"/>
                  <a:pt x="5123901" y="3968204"/>
                  <a:pt x="5153047" y="3912704"/>
                </a:cubicBezTo>
                <a:cubicBezTo>
                  <a:pt x="5182192" y="3857203"/>
                  <a:pt x="5216608" y="3829453"/>
                  <a:pt x="5256296" y="3829453"/>
                </a:cubicBezTo>
                <a:cubicBezTo>
                  <a:pt x="5295363" y="3829453"/>
                  <a:pt x="5314897" y="3864490"/>
                  <a:pt x="5314897" y="3934563"/>
                </a:cubicBezTo>
                <a:lnTo>
                  <a:pt x="5314897" y="4622893"/>
                </a:lnTo>
                <a:lnTo>
                  <a:pt x="5654411" y="4622893"/>
                </a:lnTo>
                <a:lnTo>
                  <a:pt x="5654411" y="3901077"/>
                </a:lnTo>
                <a:cubicBezTo>
                  <a:pt x="5654411" y="3741086"/>
                  <a:pt x="5575656" y="3661091"/>
                  <a:pt x="5418147" y="3661091"/>
                </a:cubicBezTo>
                <a:cubicBezTo>
                  <a:pt x="5296603" y="3661091"/>
                  <a:pt x="5193664" y="3719382"/>
                  <a:pt x="5109328" y="3835964"/>
                </a:cubicBezTo>
                <a:close/>
                <a:moveTo>
                  <a:pt x="4215429" y="3659231"/>
                </a:moveTo>
                <a:cubicBezTo>
                  <a:pt x="4085825" y="3659231"/>
                  <a:pt x="3979475" y="3707600"/>
                  <a:pt x="3896379" y="3804338"/>
                </a:cubicBezTo>
                <a:cubicBezTo>
                  <a:pt x="3813284" y="3901077"/>
                  <a:pt x="3771736" y="4025100"/>
                  <a:pt x="3771736" y="4176409"/>
                </a:cubicBezTo>
                <a:cubicBezTo>
                  <a:pt x="3771736" y="4488328"/>
                  <a:pt x="3928005" y="4644287"/>
                  <a:pt x="4240544" y="4644287"/>
                </a:cubicBezTo>
                <a:cubicBezTo>
                  <a:pt x="4481770" y="4644287"/>
                  <a:pt x="4609514" y="4536077"/>
                  <a:pt x="4623776" y="4319656"/>
                </a:cubicBezTo>
                <a:lnTo>
                  <a:pt x="4487041" y="4279658"/>
                </a:lnTo>
                <a:cubicBezTo>
                  <a:pt x="4488281" y="4303843"/>
                  <a:pt x="4488901" y="4325237"/>
                  <a:pt x="4488901" y="4343840"/>
                </a:cubicBezTo>
                <a:cubicBezTo>
                  <a:pt x="4488901" y="4482747"/>
                  <a:pt x="4430610" y="4552200"/>
                  <a:pt x="4314028" y="4552200"/>
                </a:cubicBezTo>
                <a:cubicBezTo>
                  <a:pt x="4189384" y="4552200"/>
                  <a:pt x="4127063" y="4429416"/>
                  <a:pt x="4127063" y="4183850"/>
                </a:cubicBezTo>
                <a:lnTo>
                  <a:pt x="4621916" y="4183850"/>
                </a:lnTo>
                <a:cubicBezTo>
                  <a:pt x="4621916" y="3834104"/>
                  <a:pt x="4486421" y="3659231"/>
                  <a:pt x="4215429" y="3659231"/>
                </a:cubicBezTo>
                <a:close/>
                <a:moveTo>
                  <a:pt x="7735549" y="3658301"/>
                </a:moveTo>
                <a:cubicBezTo>
                  <a:pt x="7584240" y="3658301"/>
                  <a:pt x="7463628" y="3704965"/>
                  <a:pt x="7373710" y="3798292"/>
                </a:cubicBezTo>
                <a:cubicBezTo>
                  <a:pt x="7283793" y="3891620"/>
                  <a:pt x="7238834" y="4016729"/>
                  <a:pt x="7238835" y="4173618"/>
                </a:cubicBezTo>
                <a:cubicBezTo>
                  <a:pt x="7238834" y="4486777"/>
                  <a:pt x="7393244" y="4643357"/>
                  <a:pt x="7702062" y="4643357"/>
                </a:cubicBezTo>
                <a:cubicBezTo>
                  <a:pt x="7962511" y="4643357"/>
                  <a:pt x="8092736" y="4524294"/>
                  <a:pt x="8092736" y="4286169"/>
                </a:cubicBezTo>
                <a:lnTo>
                  <a:pt x="8091806" y="4248032"/>
                </a:lnTo>
                <a:lnTo>
                  <a:pt x="7948559" y="4204314"/>
                </a:lnTo>
                <a:cubicBezTo>
                  <a:pt x="7956000" y="4255784"/>
                  <a:pt x="7959721" y="4292991"/>
                  <a:pt x="7959721" y="4315935"/>
                </a:cubicBezTo>
                <a:cubicBezTo>
                  <a:pt x="7959721" y="4479026"/>
                  <a:pt x="7896780" y="4560571"/>
                  <a:pt x="7770895" y="4560571"/>
                </a:cubicBezTo>
                <a:cubicBezTo>
                  <a:pt x="7702062" y="4560571"/>
                  <a:pt x="7654933" y="4530341"/>
                  <a:pt x="7629509" y="4469879"/>
                </a:cubicBezTo>
                <a:cubicBezTo>
                  <a:pt x="7604084" y="4409418"/>
                  <a:pt x="7591372" y="4297952"/>
                  <a:pt x="7591372" y="4135481"/>
                </a:cubicBezTo>
                <a:cubicBezTo>
                  <a:pt x="7591372" y="3872551"/>
                  <a:pt x="7650903" y="3741087"/>
                  <a:pt x="7769965" y="3741086"/>
                </a:cubicBezTo>
                <a:cubicBezTo>
                  <a:pt x="7859882" y="3741087"/>
                  <a:pt x="7904840" y="3808059"/>
                  <a:pt x="7904841" y="3942004"/>
                </a:cubicBezTo>
                <a:lnTo>
                  <a:pt x="7902980" y="4031301"/>
                </a:lnTo>
                <a:lnTo>
                  <a:pt x="8062040" y="3954097"/>
                </a:lnTo>
                <a:cubicBezTo>
                  <a:pt x="8062040" y="3756899"/>
                  <a:pt x="7953209" y="3658301"/>
                  <a:pt x="7735549" y="3658301"/>
                </a:cubicBezTo>
                <a:close/>
                <a:moveTo>
                  <a:pt x="1029987" y="3353203"/>
                </a:moveTo>
                <a:lnTo>
                  <a:pt x="1029987" y="4622893"/>
                </a:lnTo>
                <a:lnTo>
                  <a:pt x="1398337" y="4622893"/>
                </a:lnTo>
                <a:lnTo>
                  <a:pt x="1398337" y="4031301"/>
                </a:lnTo>
                <a:lnTo>
                  <a:pt x="1789010" y="4031301"/>
                </a:lnTo>
                <a:lnTo>
                  <a:pt x="1789010" y="3903867"/>
                </a:lnTo>
                <a:lnTo>
                  <a:pt x="1398337" y="3903867"/>
                </a:lnTo>
                <a:lnTo>
                  <a:pt x="1398337" y="3480637"/>
                </a:lnTo>
                <a:lnTo>
                  <a:pt x="1858774" y="3480637"/>
                </a:lnTo>
                <a:lnTo>
                  <a:pt x="1858774" y="3353203"/>
                </a:lnTo>
                <a:close/>
                <a:moveTo>
                  <a:pt x="6924956" y="3321577"/>
                </a:moveTo>
                <a:cubicBezTo>
                  <a:pt x="6819537" y="3321577"/>
                  <a:pt x="6766827" y="3362505"/>
                  <a:pt x="6766827" y="3444360"/>
                </a:cubicBezTo>
                <a:cubicBezTo>
                  <a:pt x="6766827" y="3526216"/>
                  <a:pt x="6819537" y="3567143"/>
                  <a:pt x="6924956" y="3567143"/>
                </a:cubicBezTo>
                <a:cubicBezTo>
                  <a:pt x="7030376" y="3567143"/>
                  <a:pt x="7083086" y="3526216"/>
                  <a:pt x="7083086" y="3444360"/>
                </a:cubicBezTo>
                <a:cubicBezTo>
                  <a:pt x="7083086" y="3362505"/>
                  <a:pt x="7030376" y="3321577"/>
                  <a:pt x="6924956" y="3321577"/>
                </a:cubicBezTo>
                <a:close/>
                <a:moveTo>
                  <a:pt x="2572963" y="1512943"/>
                </a:moveTo>
                <a:cubicBezTo>
                  <a:pt x="2638695" y="1512943"/>
                  <a:pt x="2671561" y="1622084"/>
                  <a:pt x="2671561" y="1840366"/>
                </a:cubicBezTo>
                <a:lnTo>
                  <a:pt x="2468783" y="1840366"/>
                </a:lnTo>
                <a:lnTo>
                  <a:pt x="2472504" y="1755719"/>
                </a:lnTo>
                <a:cubicBezTo>
                  <a:pt x="2479945" y="1593869"/>
                  <a:pt x="2513431" y="1512943"/>
                  <a:pt x="2572963" y="1512943"/>
                </a:cubicBezTo>
                <a:close/>
                <a:moveTo>
                  <a:pt x="5408399" y="1505502"/>
                </a:moveTo>
                <a:cubicBezTo>
                  <a:pt x="5484053" y="1505502"/>
                  <a:pt x="5521880" y="1641618"/>
                  <a:pt x="5521880" y="1913849"/>
                </a:cubicBezTo>
                <a:cubicBezTo>
                  <a:pt x="5521880" y="2186081"/>
                  <a:pt x="5484053" y="2322196"/>
                  <a:pt x="5408399" y="2322196"/>
                </a:cubicBezTo>
                <a:cubicBezTo>
                  <a:pt x="5333364" y="2322196"/>
                  <a:pt x="5295847" y="2186081"/>
                  <a:pt x="5295847" y="1913849"/>
                </a:cubicBezTo>
                <a:cubicBezTo>
                  <a:pt x="5295847" y="1641618"/>
                  <a:pt x="5333364" y="1505502"/>
                  <a:pt x="5408399" y="1505502"/>
                </a:cubicBezTo>
                <a:close/>
                <a:moveTo>
                  <a:pt x="6357103" y="1422716"/>
                </a:moveTo>
                <a:cubicBezTo>
                  <a:pt x="6252924" y="1439460"/>
                  <a:pt x="6161766" y="1447831"/>
                  <a:pt x="6083632" y="1447831"/>
                </a:cubicBezTo>
                <a:lnTo>
                  <a:pt x="6017590" y="1446901"/>
                </a:lnTo>
                <a:lnTo>
                  <a:pt x="6017590" y="2384518"/>
                </a:lnTo>
                <a:lnTo>
                  <a:pt x="6357103" y="2384518"/>
                </a:lnTo>
                <a:lnTo>
                  <a:pt x="6357103" y="1822692"/>
                </a:lnTo>
                <a:cubicBezTo>
                  <a:pt x="6357103" y="1764401"/>
                  <a:pt x="6367025" y="1709056"/>
                  <a:pt x="6386869" y="1656656"/>
                </a:cubicBezTo>
                <a:cubicBezTo>
                  <a:pt x="6406712" y="1604256"/>
                  <a:pt x="6427486" y="1578056"/>
                  <a:pt x="6449191" y="1578056"/>
                </a:cubicBezTo>
                <a:cubicBezTo>
                  <a:pt x="6477716" y="1578056"/>
                  <a:pt x="6491979" y="1597900"/>
                  <a:pt x="6491979" y="1637587"/>
                </a:cubicBezTo>
                <a:cubicBezTo>
                  <a:pt x="6491979" y="1658051"/>
                  <a:pt x="6487638" y="1680995"/>
                  <a:pt x="6478956" y="1706420"/>
                </a:cubicBezTo>
                <a:cubicBezTo>
                  <a:pt x="6472755" y="1723784"/>
                  <a:pt x="6465623" y="1750758"/>
                  <a:pt x="6457562" y="1787345"/>
                </a:cubicBezTo>
                <a:lnTo>
                  <a:pt x="6690106" y="1787345"/>
                </a:lnTo>
                <a:cubicBezTo>
                  <a:pt x="6698167" y="1753859"/>
                  <a:pt x="6704059" y="1728744"/>
                  <a:pt x="6707780" y="1712001"/>
                </a:cubicBezTo>
                <a:cubicBezTo>
                  <a:pt x="6718321" y="1671073"/>
                  <a:pt x="6723593" y="1634797"/>
                  <a:pt x="6723593" y="1603170"/>
                </a:cubicBezTo>
                <a:cubicBezTo>
                  <a:pt x="6723593" y="1482868"/>
                  <a:pt x="6669022" y="1422716"/>
                  <a:pt x="6559882" y="1422716"/>
                </a:cubicBezTo>
                <a:cubicBezTo>
                  <a:pt x="6479886" y="1422716"/>
                  <a:pt x="6412294" y="1474186"/>
                  <a:pt x="6357103" y="1577126"/>
                </a:cubicBezTo>
                <a:close/>
                <a:moveTo>
                  <a:pt x="5409329" y="1422716"/>
                </a:moveTo>
                <a:cubicBezTo>
                  <a:pt x="5098651" y="1422716"/>
                  <a:pt x="4943311" y="1586427"/>
                  <a:pt x="4943311" y="1913849"/>
                </a:cubicBezTo>
                <a:cubicBezTo>
                  <a:pt x="4943311" y="2241271"/>
                  <a:pt x="5098651" y="2404982"/>
                  <a:pt x="5409329" y="2404982"/>
                </a:cubicBezTo>
                <a:cubicBezTo>
                  <a:pt x="5719387" y="2404982"/>
                  <a:pt x="5874416" y="2241271"/>
                  <a:pt x="5874416" y="1913849"/>
                </a:cubicBezTo>
                <a:cubicBezTo>
                  <a:pt x="5874416" y="1586427"/>
                  <a:pt x="5719387" y="1422716"/>
                  <a:pt x="5409329" y="1422716"/>
                </a:cubicBezTo>
                <a:close/>
                <a:moveTo>
                  <a:pt x="2558080" y="1420856"/>
                </a:moveTo>
                <a:cubicBezTo>
                  <a:pt x="2428475" y="1420856"/>
                  <a:pt x="2322126" y="1469225"/>
                  <a:pt x="2239030" y="1565964"/>
                </a:cubicBezTo>
                <a:cubicBezTo>
                  <a:pt x="2155934" y="1662702"/>
                  <a:pt x="2114386" y="1786725"/>
                  <a:pt x="2114386" y="1938034"/>
                </a:cubicBezTo>
                <a:cubicBezTo>
                  <a:pt x="2114386" y="2249953"/>
                  <a:pt x="2270655" y="2405912"/>
                  <a:pt x="2583195" y="2405912"/>
                </a:cubicBezTo>
                <a:cubicBezTo>
                  <a:pt x="2824420" y="2405912"/>
                  <a:pt x="2952164" y="2297702"/>
                  <a:pt x="2966427" y="2081281"/>
                </a:cubicBezTo>
                <a:lnTo>
                  <a:pt x="2829691" y="2041283"/>
                </a:lnTo>
                <a:cubicBezTo>
                  <a:pt x="2830932" y="2065468"/>
                  <a:pt x="2831551" y="2086862"/>
                  <a:pt x="2831551" y="2105465"/>
                </a:cubicBezTo>
                <a:cubicBezTo>
                  <a:pt x="2831551" y="2244372"/>
                  <a:pt x="2773261" y="2313825"/>
                  <a:pt x="2656678" y="2313825"/>
                </a:cubicBezTo>
                <a:cubicBezTo>
                  <a:pt x="2532035" y="2313825"/>
                  <a:pt x="2469713" y="2191042"/>
                  <a:pt x="2469713" y="1945475"/>
                </a:cubicBezTo>
                <a:lnTo>
                  <a:pt x="2964567" y="1945475"/>
                </a:lnTo>
                <a:cubicBezTo>
                  <a:pt x="2964567" y="1595729"/>
                  <a:pt x="2829071" y="1420856"/>
                  <a:pt x="2558080" y="1420856"/>
                </a:cubicBezTo>
                <a:close/>
                <a:moveTo>
                  <a:pt x="3466861" y="1144594"/>
                </a:moveTo>
                <a:cubicBezTo>
                  <a:pt x="3357721" y="1205365"/>
                  <a:pt x="3244549" y="1251874"/>
                  <a:pt x="3127347" y="1284120"/>
                </a:cubicBezTo>
                <a:lnTo>
                  <a:pt x="3127347" y="1449692"/>
                </a:lnTo>
                <a:lnTo>
                  <a:pt x="3013866" y="1449692"/>
                </a:lnTo>
                <a:lnTo>
                  <a:pt x="3013866" y="1554801"/>
                </a:lnTo>
                <a:lnTo>
                  <a:pt x="3127347" y="1554801"/>
                </a:lnTo>
                <a:lnTo>
                  <a:pt x="3127347" y="2177089"/>
                </a:lnTo>
                <a:cubicBezTo>
                  <a:pt x="3127347" y="2322196"/>
                  <a:pt x="3212613" y="2394750"/>
                  <a:pt x="3383146" y="2394750"/>
                </a:cubicBezTo>
                <a:cubicBezTo>
                  <a:pt x="3526393" y="2394750"/>
                  <a:pt x="3611349" y="2345761"/>
                  <a:pt x="3638014" y="2247782"/>
                </a:cubicBezTo>
                <a:lnTo>
                  <a:pt x="3541275" y="2238481"/>
                </a:lnTo>
                <a:cubicBezTo>
                  <a:pt x="3537555" y="2266386"/>
                  <a:pt x="3526082" y="2280339"/>
                  <a:pt x="3506859" y="2280339"/>
                </a:cubicBezTo>
                <a:cubicBezTo>
                  <a:pt x="3480194" y="2280339"/>
                  <a:pt x="3466861" y="2259565"/>
                  <a:pt x="3466861" y="2218017"/>
                </a:cubicBezTo>
                <a:lnTo>
                  <a:pt x="3466861" y="1554801"/>
                </a:lnTo>
                <a:lnTo>
                  <a:pt x="3617550" y="1554801"/>
                </a:lnTo>
                <a:lnTo>
                  <a:pt x="3617550" y="1456531"/>
                </a:lnTo>
                <a:lnTo>
                  <a:pt x="3922276" y="2384518"/>
                </a:lnTo>
                <a:lnTo>
                  <a:pt x="4137146" y="2384518"/>
                </a:lnTo>
                <a:lnTo>
                  <a:pt x="4263650" y="1909199"/>
                </a:lnTo>
                <a:lnTo>
                  <a:pt x="4391085" y="2384518"/>
                </a:lnTo>
                <a:lnTo>
                  <a:pt x="4606885" y="2384518"/>
                </a:lnTo>
                <a:lnTo>
                  <a:pt x="4914773" y="1446901"/>
                </a:lnTo>
                <a:lnTo>
                  <a:pt x="4804082" y="1446901"/>
                </a:lnTo>
                <a:lnTo>
                  <a:pt x="4631070" y="1997565"/>
                </a:lnTo>
                <a:lnTo>
                  <a:pt x="4487822" y="1446901"/>
                </a:lnTo>
                <a:lnTo>
                  <a:pt x="4268301" y="1446901"/>
                </a:lnTo>
                <a:lnTo>
                  <a:pt x="4134356" y="1997565"/>
                </a:lnTo>
                <a:lnTo>
                  <a:pt x="3968784" y="1446901"/>
                </a:lnTo>
                <a:lnTo>
                  <a:pt x="3614387" y="1446901"/>
                </a:lnTo>
                <a:lnTo>
                  <a:pt x="3615304" y="1449692"/>
                </a:lnTo>
                <a:lnTo>
                  <a:pt x="3466861" y="1449692"/>
                </a:lnTo>
                <a:close/>
                <a:moveTo>
                  <a:pt x="1023476" y="1114828"/>
                </a:moveTo>
                <a:lnTo>
                  <a:pt x="1023476" y="2384518"/>
                </a:lnTo>
                <a:lnTo>
                  <a:pt x="1147189" y="2384518"/>
                </a:lnTo>
                <a:lnTo>
                  <a:pt x="1147189" y="1580846"/>
                </a:lnTo>
                <a:lnTo>
                  <a:pt x="1677389" y="2384518"/>
                </a:lnTo>
                <a:lnTo>
                  <a:pt x="1959233" y="2384518"/>
                </a:lnTo>
                <a:lnTo>
                  <a:pt x="1959233" y="1114828"/>
                </a:lnTo>
                <a:lnTo>
                  <a:pt x="1835519" y="1114828"/>
                </a:lnTo>
                <a:lnTo>
                  <a:pt x="1835519" y="1982682"/>
                </a:lnTo>
                <a:lnTo>
                  <a:pt x="1256950" y="1114828"/>
                </a:lnTo>
                <a:close/>
                <a:moveTo>
                  <a:pt x="7171602" y="1094364"/>
                </a:moveTo>
                <a:cubicBezTo>
                  <a:pt x="7045098" y="1108007"/>
                  <a:pt x="6931927" y="1114828"/>
                  <a:pt x="6832088" y="1114828"/>
                </a:cubicBezTo>
                <a:lnTo>
                  <a:pt x="6832088" y="2384518"/>
                </a:lnTo>
                <a:lnTo>
                  <a:pt x="7171602" y="2384518"/>
                </a:lnTo>
                <a:lnTo>
                  <a:pt x="7171602" y="2047794"/>
                </a:lnTo>
                <a:lnTo>
                  <a:pt x="7233924" y="1971520"/>
                </a:lnTo>
                <a:lnTo>
                  <a:pt x="7396705" y="2384518"/>
                </a:lnTo>
                <a:lnTo>
                  <a:pt x="7754823" y="2384518"/>
                </a:lnTo>
                <a:lnTo>
                  <a:pt x="7475770" y="1689677"/>
                </a:lnTo>
                <a:lnTo>
                  <a:pt x="7669246" y="1446901"/>
                </a:lnTo>
                <a:lnTo>
                  <a:pt x="7533441" y="1446901"/>
                </a:lnTo>
                <a:lnTo>
                  <a:pt x="7171602" y="18887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676477-BD17-8748-BF72-67FCB01ED078}"/>
              </a:ext>
            </a:extLst>
          </p:cNvPr>
          <p:cNvSpPr/>
          <p:nvPr/>
        </p:nvSpPr>
        <p:spPr>
          <a:xfrm>
            <a:off x="6696828" y="3187243"/>
            <a:ext cx="440754" cy="38648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F87AB1-5B98-B6EB-6949-62349EFE0710}"/>
              </a:ext>
            </a:extLst>
          </p:cNvPr>
          <p:cNvSpPr/>
          <p:nvPr/>
        </p:nvSpPr>
        <p:spPr>
          <a:xfrm>
            <a:off x="17196460" y="-4711149"/>
            <a:ext cx="16280297" cy="1628029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Britannic Bold" panose="020B0903060703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68E03-82D4-00F3-E660-FCE4A572145C}"/>
              </a:ext>
            </a:extLst>
          </p:cNvPr>
          <p:cNvSpPr txBox="1"/>
          <p:nvPr/>
        </p:nvSpPr>
        <p:spPr>
          <a:xfrm>
            <a:off x="4572191" y="972844"/>
            <a:ext cx="6098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800" b="1" dirty="0">
                <a:solidFill>
                  <a:srgbClr val="FFC000"/>
                </a:solidFill>
              </a:rPr>
              <a:t>Presented by:</a:t>
            </a:r>
            <a:endParaRPr lang="en-IN" sz="1800" b="1" dirty="0">
              <a:solidFill>
                <a:schemeClr val="bg1"/>
              </a:solidFill>
            </a:endParaRPr>
          </a:p>
          <a:p>
            <a:pPr algn="r"/>
            <a:r>
              <a:rPr lang="en-IN" sz="1800" b="1" dirty="0">
                <a:solidFill>
                  <a:schemeClr val="bg1"/>
                </a:solidFill>
              </a:rPr>
              <a:t>Muhammad Yousuf Jusani</a:t>
            </a:r>
          </a:p>
          <a:p>
            <a:pPr algn="r"/>
            <a:r>
              <a:rPr lang="en-IN" b="1" dirty="0">
                <a:solidFill>
                  <a:schemeClr val="bg1"/>
                </a:solidFill>
              </a:rPr>
              <a:t>Usama Khalid</a:t>
            </a:r>
            <a:endParaRPr lang="en-IN" sz="1800" b="1" dirty="0">
              <a:solidFill>
                <a:schemeClr val="bg1"/>
              </a:solidFill>
            </a:endParaRPr>
          </a:p>
          <a:p>
            <a:pPr algn="r"/>
            <a:r>
              <a:rPr lang="en-IN" sz="1800" b="1" dirty="0">
                <a:solidFill>
                  <a:schemeClr val="bg1"/>
                </a:solidFill>
              </a:rPr>
              <a:t>Nir </a:t>
            </a:r>
            <a:r>
              <a:rPr lang="en-IN" sz="1800" b="1" dirty="0" err="1">
                <a:solidFill>
                  <a:schemeClr val="bg1"/>
                </a:solidFill>
              </a:rPr>
              <a:t>Haramati</a:t>
            </a:r>
            <a:endParaRPr lang="en-IN" sz="1800" b="1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DA649-EE03-CF6F-BFD4-1527A054BA35}"/>
              </a:ext>
            </a:extLst>
          </p:cNvPr>
          <p:cNvSpPr txBox="1"/>
          <p:nvPr/>
        </p:nvSpPr>
        <p:spPr>
          <a:xfrm>
            <a:off x="3744054" y="5469639"/>
            <a:ext cx="69262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chemeClr val="accent4"/>
                </a:solidFill>
                <a:latin typeface="Britannic Bold" panose="020B0903060703020204" pitchFamily="34" charset="77"/>
              </a:rPr>
              <a:t>Group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B1502-D8BB-7583-DBAE-67C21DF13FA3}"/>
              </a:ext>
            </a:extLst>
          </p:cNvPr>
          <p:cNvSpPr txBox="1"/>
          <p:nvPr/>
        </p:nvSpPr>
        <p:spPr>
          <a:xfrm>
            <a:off x="839552" y="4867377"/>
            <a:ext cx="69262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Detecting Unauthorized Remote Access (SSH, RDP, Telnet)</a:t>
            </a:r>
          </a:p>
        </p:txBody>
      </p:sp>
    </p:spTree>
    <p:extLst>
      <p:ext uri="{BB962C8B-B14F-4D97-AF65-F5344CB8AC3E}">
        <p14:creationId xmlns:p14="http://schemas.microsoft.com/office/powerpoint/2010/main" val="3212564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 advClick="0">
        <p159:morph option="byObject"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utoRev="1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4400000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C551F2-D0CA-5675-CC63-A6CE90D81336}"/>
              </a:ext>
            </a:extLst>
          </p:cNvPr>
          <p:cNvSpPr txBox="1"/>
          <p:nvPr/>
        </p:nvSpPr>
        <p:spPr>
          <a:xfrm>
            <a:off x="846786" y="843677"/>
            <a:ext cx="7664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Project Synopsis</a:t>
            </a:r>
            <a:endParaRPr lang="en-IN" sz="2800" dirty="0">
              <a:solidFill>
                <a:srgbClr val="C00000"/>
              </a:solidFill>
              <a:latin typeface="Britannic Bold" panose="020B0903060703020204" pitchFamily="34" charset="77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1AF4DA-4ABF-803B-1846-A8B6FAA8D026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6F162-C4FB-F326-615C-F242873B3192}"/>
              </a:ext>
            </a:extLst>
          </p:cNvPr>
          <p:cNvSpPr txBox="1"/>
          <p:nvPr/>
        </p:nvSpPr>
        <p:spPr>
          <a:xfrm>
            <a:off x="846786" y="4755792"/>
            <a:ext cx="65689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Tech Stack</a:t>
            </a:r>
          </a:p>
          <a:p>
            <a:endParaRPr lang="en-IN" sz="2800" dirty="0">
              <a:solidFill>
                <a:srgbClr val="C00000"/>
              </a:solidFill>
              <a:latin typeface="Britannic Bold" panose="020B0903060703020204" pitchFamily="34" charset="77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Wireshark             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Pyshark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, Snort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95DDC5-D72E-31A7-DFBE-6FF7F872C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496" y="5463678"/>
            <a:ext cx="584776" cy="5847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AF4B77-AACA-0FAB-E24B-C9DDE26B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82" y="5517039"/>
            <a:ext cx="574040" cy="57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7CCB81-9239-9C58-C7F8-097AE8C87F84}"/>
              </a:ext>
            </a:extLst>
          </p:cNvPr>
          <p:cNvSpPr txBox="1"/>
          <p:nvPr/>
        </p:nvSpPr>
        <p:spPr>
          <a:xfrm>
            <a:off x="846786" y="3340443"/>
            <a:ext cx="10524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System Architecture</a:t>
            </a:r>
            <a:endParaRPr lang="en-IN" sz="2800" dirty="0">
              <a:solidFill>
                <a:srgbClr val="C00000"/>
              </a:solidFill>
              <a:latin typeface="Britannic Bold" panose="020B0903060703020204" pitchFamily="34" charset="7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6CC3E9-D76E-EE75-A033-651FF5110E5A}"/>
              </a:ext>
            </a:extLst>
          </p:cNvPr>
          <p:cNvSpPr txBox="1"/>
          <p:nvPr/>
        </p:nvSpPr>
        <p:spPr>
          <a:xfrm>
            <a:off x="846786" y="4087132"/>
            <a:ext cx="10524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Network Traffic → Capture (Wireshark) → Filter → </a:t>
            </a:r>
            <a:r>
              <a:rPr lang="en-GB" sz="2400" dirty="0" err="1"/>
              <a:t>Analyze</a:t>
            </a:r>
            <a:r>
              <a:rPr lang="en-GB" sz="2400" dirty="0"/>
              <a:t> → Detect → Report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23ABA-54DC-CB74-4E92-5D7B242665F3}"/>
              </a:ext>
            </a:extLst>
          </p:cNvPr>
          <p:cNvSpPr txBox="1"/>
          <p:nvPr/>
        </p:nvSpPr>
        <p:spPr>
          <a:xfrm>
            <a:off x="492129" y="1590366"/>
            <a:ext cx="76649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Detect unauthorized remote access using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SSH, RDP, Telnet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captured network traffic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suspicious activity.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brute-force login attempts.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Generate a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forensic security report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79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12" grpId="0"/>
      <p:bldP spid="13" grpId="0" build="p"/>
      <p:bldP spid="5" grpId="0" build="p"/>
      <p:bldP spid="5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AEFAC-0E9D-2FFD-D881-7404E5C111B9}"/>
              </a:ext>
            </a:extLst>
          </p:cNvPr>
          <p:cNvSpPr txBox="1"/>
          <p:nvPr/>
        </p:nvSpPr>
        <p:spPr>
          <a:xfrm>
            <a:off x="2818863" y="749052"/>
            <a:ext cx="6554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DFD (Unit/Modules &amp; Integrations)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5C20B-0233-5734-3E02-3EB4078D67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216" b="26137"/>
          <a:stretch/>
        </p:blipFill>
        <p:spPr>
          <a:xfrm>
            <a:off x="1534579" y="3085401"/>
            <a:ext cx="9122842" cy="2897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8E5D80-D54C-06B2-F09A-CB7C46132355}"/>
              </a:ext>
            </a:extLst>
          </p:cNvPr>
          <p:cNvSpPr txBox="1"/>
          <p:nvPr/>
        </p:nvSpPr>
        <p:spPr>
          <a:xfrm>
            <a:off x="943806" y="1419201"/>
            <a:ext cx="60981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Modules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Capture Module (Wireshark)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Filter Module (Ports 22, 3389, 23)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Analysis Module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Detection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Reporting Module</a:t>
            </a:r>
          </a:p>
          <a:p>
            <a:pPr algn="ctr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DC639-34A2-6D68-1DDE-DEB804DF0637}"/>
              </a:ext>
            </a:extLst>
          </p:cNvPr>
          <p:cNvSpPr txBox="1"/>
          <p:nvPr/>
        </p:nvSpPr>
        <p:spPr>
          <a:xfrm>
            <a:off x="3046927" y="5708838"/>
            <a:ext cx="6098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Integration 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54E3C7-EDBF-52ED-420B-E7BC5F248A6D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9588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075330-24E6-31CE-3660-6196A3BF7F6C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C19092-A7EF-A357-0CC7-0CCAF39B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78" y="134610"/>
            <a:ext cx="9232646" cy="64244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95C549-0485-60DC-365A-A888D5D4A5B6}"/>
              </a:ext>
            </a:extLst>
          </p:cNvPr>
          <p:cNvSpPr txBox="1"/>
          <p:nvPr/>
        </p:nvSpPr>
        <p:spPr>
          <a:xfrm>
            <a:off x="2818863" y="749052"/>
            <a:ext cx="6554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Class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D009C-FF2B-4AB6-68B6-B16463C798FA}"/>
              </a:ext>
            </a:extLst>
          </p:cNvPr>
          <p:cNvSpPr txBox="1"/>
          <p:nvPr/>
        </p:nvSpPr>
        <p:spPr>
          <a:xfrm>
            <a:off x="2971263" y="901452"/>
            <a:ext cx="6554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2312D-469B-A271-8968-976C6A72E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1256792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28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9A5361-1D6C-DEDB-535E-91708D07306B}"/>
              </a:ext>
            </a:extLst>
          </p:cNvPr>
          <p:cNvSpPr txBox="1"/>
          <p:nvPr/>
        </p:nvSpPr>
        <p:spPr>
          <a:xfrm>
            <a:off x="2270223" y="316013"/>
            <a:ext cx="7651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Implementation, Integration &amp;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AC2269-30B7-6116-BFC9-E378B17D9F96}"/>
              </a:ext>
            </a:extLst>
          </p:cNvPr>
          <p:cNvSpPr txBox="1"/>
          <p:nvPr/>
        </p:nvSpPr>
        <p:spPr>
          <a:xfrm>
            <a:off x="1104363" y="951398"/>
            <a:ext cx="7949485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Captured traffic using Wireshark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filters: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SSH (22)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RDP (3389)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Telnet (23)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94369-64EC-EFFC-F3F1-91D98935B6BD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F2ED6-FDE5-A4A0-4D4F-10B62AA507DA}"/>
              </a:ext>
            </a:extLst>
          </p:cNvPr>
          <p:cNvSpPr txBox="1"/>
          <p:nvPr/>
        </p:nvSpPr>
        <p:spPr>
          <a:xfrm>
            <a:off x="1104362" y="3293093"/>
            <a:ext cx="79494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Wireshark → PCAP → Python 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→ Detection →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4E9A6-95EE-9553-3A30-CAB3865CD195}"/>
              </a:ext>
            </a:extLst>
          </p:cNvPr>
          <p:cNvSpPr txBox="1"/>
          <p:nvPr/>
        </p:nvSpPr>
        <p:spPr>
          <a:xfrm>
            <a:off x="1104362" y="4711458"/>
            <a:ext cx="79494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Detected multiple login attempts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 suspicious IP addresses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Flagged brute-force behaviour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4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  <p:bldP spid="5" grpId="0" build="p"/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6B8B0A-2B47-0A35-7924-55AE2B6D0C6E}"/>
              </a:ext>
            </a:extLst>
          </p:cNvPr>
          <p:cNvSpPr txBox="1"/>
          <p:nvPr/>
        </p:nvSpPr>
        <p:spPr>
          <a:xfrm>
            <a:off x="936937" y="1751617"/>
            <a:ext cx="609814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Exception / Error Handling</a:t>
            </a:r>
          </a:p>
          <a:p>
            <a:endParaRPr lang="en-IN" sz="2000" dirty="0">
              <a:solidFill>
                <a:srgbClr val="C00000"/>
              </a:solidFill>
              <a:latin typeface="Britannic Bold" panose="020B0903060703020204" pitchFamily="34" charset="7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66A4D-7814-8BF7-3D55-624C8B99FB31}"/>
              </a:ext>
            </a:extLst>
          </p:cNvPr>
          <p:cNvSpPr txBox="1"/>
          <p:nvPr/>
        </p:nvSpPr>
        <p:spPr>
          <a:xfrm>
            <a:off x="936035" y="2643277"/>
            <a:ext cx="60990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Handled missing packet attributes.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Checked packet structure before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Ignored invalid packets.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try-except blocks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Prevented system crashes during analysis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F5561-E635-D339-C89F-CFEE8416166E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380041-91F1-6277-780D-C06A0BDB2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2302923"/>
            <a:ext cx="1334168" cy="1334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9F9859-A764-20C5-F675-F6B1C78E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917" y="3920585"/>
            <a:ext cx="1146302" cy="114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53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9A5361-1D6C-DEDB-535E-91708D07306B}"/>
              </a:ext>
            </a:extLst>
          </p:cNvPr>
          <p:cNvSpPr txBox="1"/>
          <p:nvPr/>
        </p:nvSpPr>
        <p:spPr>
          <a:xfrm>
            <a:off x="2270223" y="316013"/>
            <a:ext cx="7651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Risk Assessment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AC2269-30B7-6116-BFC9-E378B17D9F96}"/>
              </a:ext>
            </a:extLst>
          </p:cNvPr>
          <p:cNvSpPr txBox="1"/>
          <p:nvPr/>
        </p:nvSpPr>
        <p:spPr>
          <a:xfrm>
            <a:off x="1104363" y="1216574"/>
            <a:ext cx="794948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Brute-force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Unauthorized remote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leakage</a:t>
            </a:r>
          </a:p>
          <a:p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Threshold-based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suspicious 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IDS (Snort)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Blocking malicious 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94369-64EC-EFFC-F3F1-91D98935B6BD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32F05-21C9-D06E-0381-55BBE1D55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39824"/>
            <a:ext cx="2959608" cy="295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10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4B388B-82B2-4FFD-2011-1E84BBC911AA}"/>
              </a:ext>
            </a:extLst>
          </p:cNvPr>
          <p:cNvSpPr txBox="1"/>
          <p:nvPr/>
        </p:nvSpPr>
        <p:spPr>
          <a:xfrm>
            <a:off x="1014211" y="1289953"/>
            <a:ext cx="7949485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References</a:t>
            </a:r>
            <a:endParaRPr lang="en-IN" sz="2800" dirty="0">
              <a:solidFill>
                <a:srgbClr val="C00000"/>
              </a:solidFill>
              <a:latin typeface="Britannic Bold" panose="020B0903060703020204" pitchFamily="34" charset="77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https://www.wireshark.org</a:t>
            </a:r>
            <a:endParaRPr lang="en-GB" sz="20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https://github.com/KimiNewt/pyshark</a:t>
            </a:r>
            <a:endParaRPr lang="en-GB" sz="20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https://www.snort.org</a:t>
            </a:r>
            <a:endParaRPr lang="en-GB" sz="20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Code: </a:t>
            </a:r>
            <a:r>
              <a:rPr lang="en-US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20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iyousufjusani</a:t>
            </a:r>
            <a:r>
              <a:rPr lang="en-US" sz="20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NetworkForensic-Project.git</a:t>
            </a:r>
            <a:endParaRPr lang="en-GB" sz="20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4E1AF6-6814-7794-7582-3C98A5587225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7973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994714-0E2A-92D9-B0D3-C4A5ABBFEC84}"/>
              </a:ext>
            </a:extLst>
          </p:cNvPr>
          <p:cNvSpPr txBox="1"/>
          <p:nvPr/>
        </p:nvSpPr>
        <p:spPr>
          <a:xfrm>
            <a:off x="2270223" y="316797"/>
            <a:ext cx="7651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Voice – Over Video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F2F3C-5CCF-4CD0-EA0B-D13915C88A03}"/>
              </a:ext>
            </a:extLst>
          </p:cNvPr>
          <p:cNvSpPr txBox="1"/>
          <p:nvPr/>
        </p:nvSpPr>
        <p:spPr>
          <a:xfrm>
            <a:off x="10136220" y="5656793"/>
            <a:ext cx="1001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>
                <a:solidFill>
                  <a:schemeClr val="accent4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21481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FFDDB-F19F-E0C5-DA25-85B39059772D}"/>
              </a:ext>
            </a:extLst>
          </p:cNvPr>
          <p:cNvSpPr txBox="1"/>
          <p:nvPr/>
        </p:nvSpPr>
        <p:spPr>
          <a:xfrm>
            <a:off x="1918952" y="2691322"/>
            <a:ext cx="81021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solidFill>
                  <a:srgbClr val="C00000"/>
                </a:solidFill>
                <a:latin typeface="Britannic Bold" panose="020B0903060703020204" pitchFamily="34" charset="77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80C95-091E-78AE-4091-637DFE211B49}"/>
              </a:ext>
            </a:extLst>
          </p:cNvPr>
          <p:cNvSpPr txBox="1"/>
          <p:nvPr/>
        </p:nvSpPr>
        <p:spPr>
          <a:xfrm>
            <a:off x="2286797" y="4430259"/>
            <a:ext cx="6098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ritannic Bold" panose="020B0903060703020204" pitchFamily="34" charset="77"/>
              </a:rPr>
              <a:t>Any Questions?</a:t>
            </a:r>
            <a:endParaRPr lang="en-US" sz="1800" dirty="0">
              <a:solidFill>
                <a:schemeClr val="bg1"/>
              </a:solidFill>
              <a:latin typeface="Britannic Bold" panose="020B0903060703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31DEA-A81A-6915-0BCE-F7DBFEB467C3}"/>
              </a:ext>
            </a:extLst>
          </p:cNvPr>
          <p:cNvSpPr txBox="1"/>
          <p:nvPr/>
        </p:nvSpPr>
        <p:spPr>
          <a:xfrm>
            <a:off x="3922967" y="964412"/>
            <a:ext cx="6098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800" b="1" dirty="0">
                <a:solidFill>
                  <a:srgbClr val="FFC000"/>
                </a:solidFill>
              </a:rPr>
              <a:t>Presented by:</a:t>
            </a:r>
            <a:endParaRPr lang="en-IN" sz="1800" b="1" dirty="0">
              <a:solidFill>
                <a:schemeClr val="bg1"/>
              </a:solidFill>
            </a:endParaRPr>
          </a:p>
          <a:p>
            <a:pPr algn="r"/>
            <a:r>
              <a:rPr lang="en-IN" sz="1800" b="1" dirty="0">
                <a:solidFill>
                  <a:schemeClr val="bg1"/>
                </a:solidFill>
              </a:rPr>
              <a:t>Muhammad Yousuf Jusani</a:t>
            </a:r>
          </a:p>
          <a:p>
            <a:pPr algn="r"/>
            <a:r>
              <a:rPr lang="en-IN" b="1" dirty="0">
                <a:solidFill>
                  <a:schemeClr val="bg1"/>
                </a:solidFill>
              </a:rPr>
              <a:t>Usama Khalid</a:t>
            </a:r>
            <a:endParaRPr lang="en-IN" sz="1800" b="1" dirty="0">
              <a:solidFill>
                <a:schemeClr val="bg1"/>
              </a:solidFill>
            </a:endParaRPr>
          </a:p>
          <a:p>
            <a:pPr algn="r"/>
            <a:r>
              <a:rPr lang="en-IN" sz="1800" b="1" dirty="0">
                <a:solidFill>
                  <a:schemeClr val="bg1"/>
                </a:solidFill>
              </a:rPr>
              <a:t>Nir </a:t>
            </a:r>
            <a:r>
              <a:rPr lang="en-IN" sz="1800" b="1" dirty="0" err="1">
                <a:solidFill>
                  <a:schemeClr val="bg1"/>
                </a:solidFill>
              </a:rPr>
              <a:t>Haramati</a:t>
            </a:r>
            <a:endParaRPr lang="en-IN" sz="1800" b="1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1678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285</Words>
  <Application>Microsoft Macintosh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Britannic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12</cp:revision>
  <dcterms:created xsi:type="dcterms:W3CDTF">2025-03-27T00:52:53Z</dcterms:created>
  <dcterms:modified xsi:type="dcterms:W3CDTF">2026-04-09T03:21:55Z</dcterms:modified>
</cp:coreProperties>
</file>